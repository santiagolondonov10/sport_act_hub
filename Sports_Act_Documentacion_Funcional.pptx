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sports act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DF9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Plataforma de Gestión de Patrocinios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1C4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Documentación Funcional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¿Para qué sirve Sports Act?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CDF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Centraliza toda la gestión de patrocinios en una plataforma integrada y escalable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F914"/>
                </a:solidFill>
              </a:rPr>
              <a:t>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 Activos: Catálogo de espacios, derechos y servicios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F914"/>
                </a:solidFill>
              </a:rPr>
              <a:t>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de Oportunidades: Seguimiento de negociaciones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F914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Administración de Acuerdos: Registro y control de patrocinios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F914"/>
                </a:solidFill>
              </a:rPr>
              <a:t>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788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Control de Compromisos: Gestión de entregas pactadas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F914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Gestión de Evidencias: Repositorio de pruebas de cumplimiento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F914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429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Reportes Ejecutivos: Demostraciones de ROI al patrocinador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Problema que resolvemos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CDF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DF9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Procesos desconectados y falta de visibilidad en patrocinios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F914"/>
                </a:solidFill>
              </a:rPr>
              <a:t>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Activos, oportunidades y acuerdos en silos (Excel, emails, archivos)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F914"/>
                </a:solidFill>
              </a:rPr>
              <a:t>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 claridad sobre qué se prometió vs. qué se entregó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F914"/>
                </a:solidFill>
              </a:rPr>
              <a:t>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Dificultad para demostrar ROI al patrocinador rápidamente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DF914"/>
                </a:solidFill>
              </a:rPr>
              <a:t>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Imposibilidad de renovar patrocinios por falta de datos históricos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Arquitectura Alto Nivel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CDF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basada en tres capas integradas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solidFill>
            <a:srgbClr val="C1C4C4"/>
          </a:solidFill>
          <a:ln w="19050">
            <a:solidFill>
              <a:srgbClr val="CDF9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673352"/>
            <a:ext cx="6400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+ TypeScript | Interfaz responsiva y SaaS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solidFill>
            <a:srgbClr val="C1C4C4"/>
          </a:solidFill>
          <a:ln w="19050">
            <a:solidFill>
              <a:srgbClr val="CDF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450592"/>
            <a:ext cx="6400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+ Express | API REST multi-tenant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8229600" cy="640080"/>
          </a:xfrm>
          <a:prstGeom prst="rect">
            <a:avLst/>
          </a:prstGeom>
          <a:solidFill>
            <a:srgbClr val="C1C4C4"/>
          </a:solidFill>
          <a:ln w="19050">
            <a:solidFill>
              <a:srgbClr val="CDF9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227832"/>
            <a:ext cx="64008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 | Almacenamiento seguro y escalable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Esquema de Base de Datos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CDF91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Tablas principales y relaciones clave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97480" cy="1417320"/>
          </a:xfrm>
          <a:prstGeom prst="rect">
            <a:avLst/>
          </a:prstGeom>
          <a:solidFill>
            <a:srgbClr val="C1C4C4"/>
          </a:solidFill>
          <a:ln w="19050">
            <a:solidFill>
              <a:srgbClr val="CDF9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2697480" cy="228600"/>
          </a:xfrm>
          <a:prstGeom prst="rect">
            <a:avLst/>
          </a:prstGeom>
          <a:solidFill>
            <a:srgbClr val="00315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DF9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nombre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categoria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valoracion_cop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697480" cy="1417320"/>
          </a:xfrm>
          <a:prstGeom prst="rect">
            <a:avLst/>
          </a:prstGeom>
          <a:solidFill>
            <a:srgbClr val="C1C4C4"/>
          </a:solidFill>
          <a:ln w="19050">
            <a:solidFill>
              <a:srgbClr val="CDF9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554480"/>
            <a:ext cx="2697480" cy="228600"/>
          </a:xfrm>
          <a:prstGeom prst="rect">
            <a:avLst/>
          </a:prstGeom>
          <a:solidFill>
            <a:srgbClr val="003154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5544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DF9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marca_id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91840" y="2148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valor_cop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91840" y="2468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estado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697480" cy="1417320"/>
          </a:xfrm>
          <a:prstGeom prst="rect">
            <a:avLst/>
          </a:prstGeom>
          <a:solidFill>
            <a:srgbClr val="C1C4C4"/>
          </a:solidFill>
          <a:ln w="19050">
            <a:solidFill>
              <a:srgbClr val="CDF9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554480"/>
            <a:ext cx="2697480" cy="228600"/>
          </a:xfrm>
          <a:prstGeom prst="rect">
            <a:avLst/>
          </a:prstGeom>
          <a:solidFill>
            <a:srgbClr val="003154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5544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DF9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Acuerdos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2648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marca_id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26480" y="2148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valor_cop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26480" y="24688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fecha_inicio/fin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2697480" cy="1417320"/>
          </a:xfrm>
          <a:prstGeom prst="rect">
            <a:avLst/>
          </a:prstGeom>
          <a:solidFill>
            <a:srgbClr val="C1C4C4"/>
          </a:solidFill>
          <a:ln w="19050">
            <a:solidFill>
              <a:srgbClr val="CDF9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63240"/>
            <a:ext cx="2697480" cy="228600"/>
          </a:xfrm>
          <a:prstGeom prst="rect">
            <a:avLst/>
          </a:prstGeom>
          <a:solidFill>
            <a:srgbClr val="003154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0632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DF9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Compromisos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acuerdo_id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entregable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fecha_límite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0" y="3063240"/>
            <a:ext cx="2697480" cy="1417320"/>
          </a:xfrm>
          <a:prstGeom prst="rect">
            <a:avLst/>
          </a:prstGeom>
          <a:solidFill>
            <a:srgbClr val="C1C4C4"/>
          </a:solidFill>
          <a:ln w="19050">
            <a:solidFill>
              <a:srgbClr val="CDF9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063240"/>
            <a:ext cx="2697480" cy="228600"/>
          </a:xfrm>
          <a:prstGeom prst="rect">
            <a:avLst/>
          </a:prstGeom>
          <a:solidFill>
            <a:srgbClr val="003154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30632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DF9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Evidencias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91840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acuerdo_id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91840" y="3657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tipo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91840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fecha_ejecución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035040" y="3063240"/>
            <a:ext cx="2697480" cy="1417320"/>
          </a:xfrm>
          <a:prstGeom prst="rect">
            <a:avLst/>
          </a:prstGeom>
          <a:solidFill>
            <a:srgbClr val="C1C4C4"/>
          </a:solidFill>
          <a:ln w="19050">
            <a:solidFill>
              <a:srgbClr val="CDF91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063240"/>
            <a:ext cx="2697480" cy="228600"/>
          </a:xfrm>
          <a:prstGeom prst="rect">
            <a:avLst/>
          </a:prstGeom>
          <a:solidFill>
            <a:srgbClr val="003154"/>
          </a:solidFill>
          <a:ln/>
        </p:spPr>
      </p:sp>
      <p:sp>
        <p:nvSpPr>
          <p:cNvPr id="37" name="Text 35"/>
          <p:cNvSpPr/>
          <p:nvPr/>
        </p:nvSpPr>
        <p:spPr>
          <a:xfrm>
            <a:off x="6035040" y="30632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DF9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acuerdo_id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126480" y="3657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cumplimiento %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26480" y="3977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 período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Relaciones Principales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CDF91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Compañía → Activos: Una compañía tiene múltiples activos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Oportunidad → Activos: Una oportunidad incluye varios activos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Oportunidad → Acuerdo: Una oportunidad cerrada genera un acuerdo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Acuerdo → Compromisos: Un acuerdo contiene múltiples compromisos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Compromiso → Evidencias: Un compromiso tiene múltiples evidencias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Acuerdo → Reportes: Un reporte consolida datos del acuerdo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CDF914"/>
          </a:solidFill>
          <a:ln w="12700">
            <a:solidFill>
              <a:srgbClr val="0031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🔒 Multi-tenant: Todos los datos aislados por compania_id para seguridad máxima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de vida de un Patrocinio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5720"/>
          </a:xfrm>
          <a:prstGeom prst="rect">
            <a:avLst/>
          </a:prstGeom>
          <a:solidFill>
            <a:srgbClr val="CDF91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20040" cy="320040"/>
          </a:xfrm>
          <a:prstGeom prst="ellipse">
            <a:avLst/>
          </a:prstGeom>
          <a:solidFill>
            <a:srgbClr val="CDF91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17957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161288"/>
            <a:ext cx="6537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Registro de espacios y derechos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20040" cy="320040"/>
          </a:xfrm>
          <a:prstGeom prst="ellipse">
            <a:avLst/>
          </a:prstGeom>
          <a:solidFill>
            <a:srgbClr val="CDF91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68249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Oportunidades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1664208"/>
            <a:ext cx="6537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Identificación de marca y propuesta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CDF91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18541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Acuerdos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2167128"/>
            <a:ext cx="6537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Cierre de negociación y contrato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320040" cy="320040"/>
          </a:xfrm>
          <a:prstGeom prst="ellipse">
            <a:avLst/>
          </a:prstGeom>
          <a:solidFill>
            <a:srgbClr val="CDF91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68833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Compromisos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2670048"/>
            <a:ext cx="6537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Definición de entregables y fechas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320040" cy="320040"/>
          </a:xfrm>
          <a:prstGeom prst="ellipse">
            <a:avLst/>
          </a:prstGeom>
          <a:solidFill>
            <a:srgbClr val="CDF91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19125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Evidencias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3172968"/>
            <a:ext cx="6537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Registro de cumplimiento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CDF91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69417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1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48840" y="3675888"/>
            <a:ext cx="6537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D9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Demostración de ROI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1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DF9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Sports Act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Conectamos marcas con entidades deportivas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1C4C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Una plataforma integrada para gestionar todo el ciclo de patrocinios de forma simple, ágil y profesional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2026-09-08T20:07:42Z</dcterms:created>
  <dcterms:modified xsi:type="dcterms:W3CDTF">2026-09-08T20:07:42Z</dcterms:modified>
</cp:coreProperties>
</file>